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AFDA1-522B-4F63-8E7D-8805157AAC8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6B311-A692-4BD8-B465-13E39F70D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64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4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3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29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8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0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98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3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63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79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30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570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62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89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224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6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886EA-72CD-47DC-9F13-2F07B610812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8153C-E6D3-486B-813B-8D9751F59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198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28F3-17CA-CD48-9B30-8C232A6D4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Push-relabel </a:t>
            </a:r>
            <a:r>
              <a:rPr lang="mk-MK" dirty="0"/>
              <a:t>алгоритам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5FB68C-F942-3E77-BD01-BA7BB3D2C1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mk-MK" dirty="0"/>
              <a:t>Андреј Стефановски </a:t>
            </a:r>
            <a:r>
              <a:rPr lang="en-US" dirty="0"/>
              <a:t>IV-1</a:t>
            </a:r>
          </a:p>
        </p:txBody>
      </p:sp>
    </p:spTree>
    <p:extLst>
      <p:ext uri="{BB962C8B-B14F-4D97-AF65-F5344CB8AC3E}">
        <p14:creationId xmlns:p14="http://schemas.microsoft.com/office/powerpoint/2010/main" val="356913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114EF-C5FE-984B-EA20-55F79775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Карактеристични функции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037FF-FE5A-041D-AB2A-C65AD8BA3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(</a:t>
            </a:r>
            <a:r>
              <a:rPr lang="mk-MK" dirty="0"/>
              <a:t>функција за додавање на проток на теме, односно пуштање на проток од </a:t>
            </a:r>
            <a:r>
              <a:rPr lang="en-US" dirty="0"/>
              <a:t>u </a:t>
            </a:r>
            <a:r>
              <a:rPr lang="mk-MK" dirty="0"/>
              <a:t>до </a:t>
            </a:r>
            <a:r>
              <a:rPr lang="en-US" dirty="0"/>
              <a:t>v </a:t>
            </a:r>
            <a:r>
              <a:rPr lang="mk-MK" dirty="0"/>
              <a:t>а притоа </a:t>
            </a:r>
            <a:r>
              <a:rPr lang="en-US" dirty="0"/>
              <a:t>height(u) &gt; height(v) </a:t>
            </a:r>
            <a:r>
              <a:rPr lang="mk-MK" dirty="0"/>
              <a:t>и </a:t>
            </a:r>
            <a:r>
              <a:rPr lang="en-US" dirty="0"/>
              <a:t>c(u,v)-f(u,v) &gt; 0</a:t>
            </a:r>
          </a:p>
          <a:p>
            <a:r>
              <a:rPr lang="en-US" dirty="0"/>
              <a:t>Relabel (</a:t>
            </a:r>
            <a:r>
              <a:rPr lang="mk-MK" dirty="0"/>
              <a:t>функција за зголемување на висина (</a:t>
            </a:r>
            <a:r>
              <a:rPr lang="en-US" dirty="0"/>
              <a:t>height) </a:t>
            </a:r>
            <a:r>
              <a:rPr lang="mk-MK" dirty="0"/>
              <a:t>на темето доколку стигнеме до ситуација каде што не можеме да искористиме </a:t>
            </a:r>
            <a:r>
              <a:rPr lang="en-US" dirty="0"/>
              <a:t>push</a:t>
            </a:r>
            <a:r>
              <a:rPr lang="mk-MK" dirty="0"/>
              <a:t>)</a:t>
            </a:r>
            <a:endParaRPr lang="en-US" dirty="0"/>
          </a:p>
          <a:p>
            <a:r>
              <a:rPr lang="en-US" dirty="0"/>
              <a:t>Discharge</a:t>
            </a:r>
            <a:r>
              <a:rPr lang="mk-MK" dirty="0"/>
              <a:t> (активните темиња (каде што има проток) да се претворат во неактивни (да се испразни целиот проток од тоа теме))</a:t>
            </a:r>
            <a:endParaRPr lang="en-US" dirty="0"/>
          </a:p>
          <a:p>
            <a:r>
              <a:rPr lang="en-US" dirty="0"/>
              <a:t>Max Flow</a:t>
            </a:r>
            <a:r>
              <a:rPr lang="mk-MK" dirty="0"/>
              <a:t> (пресметување на максималниот проток)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071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6B5B-F88D-CD0C-1670-C729CEDFD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Принцип на работа (1)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4FC2-C2A4-F1D0-DECE-3F037337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mk-MK" dirty="0"/>
              <a:t>Овој алгоритам работи на принцип на висини, односно иницијално сите висини се поставени на 0 освен онаа на изворот, каде висиниата е бројот на темиња. Иницијално, протокот на изворот е </a:t>
            </a:r>
            <a:r>
              <a:rPr lang="en-US" dirty="0"/>
              <a:t>INF </a:t>
            </a:r>
            <a:r>
              <a:rPr lang="mk-MK" dirty="0"/>
              <a:t>додека на другите е 0. Ова е заради тоа што треба да пуштиме проток до сите соседни темиња во првиот чекор. По првиот чекор, соседите на изворот се со проток </a:t>
            </a:r>
            <a:r>
              <a:rPr lang="en-US" dirty="0"/>
              <a:t>(</a:t>
            </a:r>
            <a:r>
              <a:rPr lang="en-US" dirty="0" err="1"/>
              <a:t>u,x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mk-MK" dirty="0"/>
              <a:t>и висина 0. За да можат понатаму да пратат проток пак до нивните соседи, ќе треба да се примени функцијата </a:t>
            </a:r>
            <a:r>
              <a:rPr lang="en-US" dirty="0"/>
              <a:t>relabel</a:t>
            </a:r>
            <a:r>
              <a:rPr lang="mk-MK" dirty="0"/>
              <a:t>, односно да ги промениме висините. Висината се пресметува како инкрементација за 1 од минималната висина од сите соседи.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68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DCE1-6373-0977-6310-7FFD5BD5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Принцип на работа (2)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0D910-8660-2883-5FE9-E17432338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mk-MK" dirty="0"/>
              <a:t>Со ова согледавме дека всушност ние на овие темиња им го</a:t>
            </a:r>
            <a:r>
              <a:rPr lang="en-US" dirty="0"/>
              <a:t> </a:t>
            </a:r>
            <a:r>
              <a:rPr lang="mk-MK" dirty="0"/>
              <a:t>преместуваме протокот, односно им правиме </a:t>
            </a:r>
            <a:r>
              <a:rPr lang="en-US" dirty="0"/>
              <a:t>discharge. </a:t>
            </a:r>
            <a:r>
              <a:rPr lang="mk-MK" dirty="0"/>
              <a:t>Оваа функција трае се додека има проток во темето. Тука ќе чуваме и низа со </a:t>
            </a:r>
            <a:r>
              <a:rPr lang="en-US" dirty="0"/>
              <a:t>checkpoint</a:t>
            </a:r>
            <a:r>
              <a:rPr lang="mk-MK" dirty="0"/>
              <a:t>-и, односно тука ќе чуваме до кој сосед сме стигнале со цел</a:t>
            </a:r>
            <a:r>
              <a:rPr lang="en-US" dirty="0"/>
              <a:t> </a:t>
            </a:r>
            <a:r>
              <a:rPr lang="mk-MK" dirty="0"/>
              <a:t>да знаеме до кој сосед сме стигнале со префрлување на протокот. Кога сите соседи се изминати (</a:t>
            </a:r>
            <a:r>
              <a:rPr lang="en-US" dirty="0"/>
              <a:t>checkpoint[u]=n), </a:t>
            </a:r>
            <a:r>
              <a:rPr lang="mk-MK" dirty="0"/>
              <a:t>тогаш направи </a:t>
            </a:r>
            <a:r>
              <a:rPr lang="en-US" dirty="0"/>
              <a:t>relabel</a:t>
            </a:r>
            <a:r>
              <a:rPr lang="mk-MK" dirty="0"/>
              <a:t> и ресетирај го </a:t>
            </a:r>
            <a:r>
              <a:rPr lang="en-US" dirty="0"/>
              <a:t>checkpoint-</a:t>
            </a:r>
            <a:r>
              <a:rPr lang="mk-MK" dirty="0"/>
              <a:t>от (стави го на 0).</a:t>
            </a:r>
            <a:r>
              <a:rPr lang="en-US" dirty="0"/>
              <a:t> </a:t>
            </a:r>
            <a:r>
              <a:rPr lang="mk-MK" dirty="0"/>
              <a:t>На крај собери го максималниот проток , односно протокот од </a:t>
            </a:r>
            <a:r>
              <a:rPr lang="en-US" dirty="0"/>
              <a:t>x</a:t>
            </a:r>
            <a:r>
              <a:rPr lang="en-US" baseline="-25000" dirty="0"/>
              <a:t>i </a:t>
            </a:r>
            <a:r>
              <a:rPr lang="mk-MK" dirty="0"/>
              <a:t>до </a:t>
            </a:r>
            <a:r>
              <a:rPr lang="en-US" dirty="0"/>
              <a:t>v. </a:t>
            </a:r>
            <a:r>
              <a:rPr lang="mk-MK" dirty="0"/>
              <a:t>Печати го резултатот.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752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27933-D3EE-2721-85AC-67B334FAC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Споредба со </a:t>
            </a:r>
            <a:r>
              <a:rPr lang="en-US" dirty="0" err="1"/>
              <a:t>dinic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83C14-B7C4-6730-85A5-90755BA54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mk-MK" dirty="0"/>
              <a:t>Идејата позади </a:t>
            </a:r>
            <a:r>
              <a:rPr lang="en-US" dirty="0" err="1"/>
              <a:t>Dinic</a:t>
            </a:r>
            <a:r>
              <a:rPr lang="mk-MK" dirty="0"/>
              <a:t> е да се користат </a:t>
            </a:r>
            <a:r>
              <a:rPr lang="en-US" dirty="0"/>
              <a:t>level-graphs, </a:t>
            </a:r>
            <a:r>
              <a:rPr lang="mk-MK" dirty="0"/>
              <a:t>односно нивоа на графовите, и тие да се ажурираат секогаш кога ќе искористиме </a:t>
            </a:r>
            <a:r>
              <a:rPr lang="en-US" dirty="0"/>
              <a:t>BFS. </a:t>
            </a:r>
            <a:r>
              <a:rPr lang="mk-MK" dirty="0"/>
              <a:t>Проток се пушта од ниво </a:t>
            </a:r>
            <a:r>
              <a:rPr lang="en-US" dirty="0"/>
              <a:t>level[u] </a:t>
            </a:r>
            <a:r>
              <a:rPr lang="mk-MK" dirty="0"/>
              <a:t>кон </a:t>
            </a:r>
            <a:r>
              <a:rPr lang="en-US" dirty="0"/>
              <a:t>level[v] = level[u] + 1</a:t>
            </a:r>
            <a:r>
              <a:rPr lang="mk-MK" dirty="0"/>
              <a:t>, што е сличен концепт (иако со големи разлики) како висините во </a:t>
            </a:r>
            <a:r>
              <a:rPr lang="en-US" dirty="0"/>
              <a:t>Push-Relabel, </a:t>
            </a:r>
            <a:r>
              <a:rPr lang="mk-MK" dirty="0"/>
              <a:t>со таа разлика што висините не се наоѓаат со </a:t>
            </a:r>
            <a:r>
              <a:rPr lang="en-US" dirty="0"/>
              <a:t>BFS </a:t>
            </a:r>
            <a:r>
              <a:rPr lang="mk-MK" dirty="0"/>
              <a:t>ни со </a:t>
            </a:r>
            <a:r>
              <a:rPr lang="en-US" dirty="0"/>
              <a:t>DFS </a:t>
            </a:r>
            <a:r>
              <a:rPr lang="mk-MK" dirty="0"/>
              <a:t>туку со </a:t>
            </a:r>
            <a:r>
              <a:rPr lang="en-US" dirty="0"/>
              <a:t>relabel </a:t>
            </a:r>
            <a:r>
              <a:rPr lang="mk-MK" dirty="0"/>
              <a:t>функцијата која ја објаснив во минатите слајдови. </a:t>
            </a:r>
            <a:r>
              <a:rPr lang="en-US" dirty="0" err="1"/>
              <a:t>Dinic</a:t>
            </a:r>
            <a:r>
              <a:rPr lang="en-US" dirty="0"/>
              <a:t> </a:t>
            </a:r>
            <a:r>
              <a:rPr lang="mk-MK" dirty="0"/>
              <a:t>има временска сложеност </a:t>
            </a:r>
            <a:r>
              <a:rPr lang="en-US" i="1" dirty="0"/>
              <a:t>O(V</a:t>
            </a:r>
            <a:r>
              <a:rPr lang="en-US" i="1" baseline="30000" dirty="0"/>
              <a:t>2</a:t>
            </a:r>
            <a:r>
              <a:rPr lang="en-US" i="1" dirty="0"/>
              <a:t>E</a:t>
            </a:r>
            <a:r>
              <a:rPr lang="en-US" dirty="0"/>
              <a:t>)</a:t>
            </a:r>
            <a:r>
              <a:rPr lang="mk-MK" dirty="0"/>
              <a:t>, додека </a:t>
            </a:r>
            <a:r>
              <a:rPr lang="en-US" dirty="0"/>
              <a:t>Push-Relabel </a:t>
            </a:r>
            <a:r>
              <a:rPr lang="mk-MK" dirty="0"/>
              <a:t>може да има </a:t>
            </a:r>
            <a:r>
              <a:rPr lang="mk-MK" i="1" dirty="0"/>
              <a:t>О(</a:t>
            </a:r>
            <a:r>
              <a:rPr lang="en-US" i="1" dirty="0"/>
              <a:t>V</a:t>
            </a:r>
            <a:r>
              <a:rPr lang="en-US" i="1" baseline="30000" dirty="0"/>
              <a:t>3</a:t>
            </a:r>
            <a:r>
              <a:rPr lang="en-US" i="1" dirty="0"/>
              <a:t>) (FIFO), O(V</a:t>
            </a:r>
            <a:r>
              <a:rPr lang="en-US" i="1" baseline="30000" dirty="0"/>
              <a:t>2</a:t>
            </a:r>
            <a:r>
              <a:rPr lang="en-US" i="1" dirty="0"/>
              <a:t>√E) (Highest Level </a:t>
            </a:r>
            <a:r>
              <a:rPr lang="en-US" i="1" dirty="0" err="1"/>
              <a:t>PreFlow</a:t>
            </a:r>
            <a:r>
              <a:rPr lang="en-US" i="1" dirty="0"/>
              <a:t>)</a:t>
            </a:r>
            <a:r>
              <a:rPr lang="en-US" dirty="0"/>
              <a:t>.</a:t>
            </a:r>
            <a:r>
              <a:rPr lang="en-US" i="1" dirty="0"/>
              <a:t> </a:t>
            </a:r>
            <a:r>
              <a:rPr lang="en-US" dirty="0" err="1"/>
              <a:t>Dinic</a:t>
            </a:r>
            <a:r>
              <a:rPr lang="en-US" dirty="0"/>
              <a:t> </a:t>
            </a:r>
            <a:r>
              <a:rPr lang="mk-MK" dirty="0"/>
              <a:t>е поефикасен за поретки графови, додека </a:t>
            </a:r>
            <a:r>
              <a:rPr lang="en-US" dirty="0"/>
              <a:t>Push-Relabel </a:t>
            </a:r>
            <a:r>
              <a:rPr lang="mk-MK" dirty="0"/>
              <a:t>за погусти графови, поради правилата за избор каде ќе пуштиме проток.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6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0816-569E-C21E-B213-B9DD83FA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dirty="0"/>
              <a:t>Споредба со </a:t>
            </a:r>
            <a:r>
              <a:rPr lang="en-US" dirty="0"/>
              <a:t>Edmonds-</a:t>
            </a:r>
            <a:r>
              <a:rPr lang="en-US" dirty="0" err="1"/>
              <a:t>karp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011A-78BD-2435-C80D-21C0522EF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Edmonds-Karp </a:t>
            </a:r>
            <a:r>
              <a:rPr lang="mk-MK" dirty="0"/>
              <a:t>работи на принцип на аугментирачки патеки кои ги наоѓа со </a:t>
            </a:r>
            <a:r>
              <a:rPr lang="en-US" dirty="0"/>
              <a:t>BFS</a:t>
            </a:r>
            <a:r>
              <a:rPr lang="mk-MK" dirty="0"/>
              <a:t> и пушта проток по истите. </a:t>
            </a:r>
            <a:r>
              <a:rPr lang="en-US" dirty="0"/>
              <a:t>Push-Relabel </a:t>
            </a:r>
            <a:r>
              <a:rPr lang="mk-MK" dirty="0"/>
              <a:t>е по ефикасен, со временска сложеност </a:t>
            </a:r>
            <a:r>
              <a:rPr lang="en-US" i="1" dirty="0"/>
              <a:t>O(V</a:t>
            </a:r>
            <a:r>
              <a:rPr lang="en-US" i="1" baseline="30000" dirty="0"/>
              <a:t>2</a:t>
            </a:r>
            <a:r>
              <a:rPr lang="en-US" i="1" dirty="0"/>
              <a:t>E)</a:t>
            </a:r>
            <a:r>
              <a:rPr lang="mk-MK" i="1" dirty="0"/>
              <a:t> </a:t>
            </a:r>
            <a:r>
              <a:rPr lang="mk-MK" dirty="0"/>
              <a:t>споредено со </a:t>
            </a:r>
            <a:r>
              <a:rPr lang="en-US" dirty="0"/>
              <a:t>Edmonds-Karp </a:t>
            </a:r>
            <a:r>
              <a:rPr lang="en-US" i="1" dirty="0"/>
              <a:t>O(VE</a:t>
            </a:r>
            <a:r>
              <a:rPr lang="en-US" i="1" baseline="30000" dirty="0"/>
              <a:t>2</a:t>
            </a:r>
            <a:r>
              <a:rPr lang="en-US" i="1" dirty="0"/>
              <a:t>)</a:t>
            </a:r>
            <a:r>
              <a:rPr lang="en-US" dirty="0"/>
              <a:t>. </a:t>
            </a:r>
            <a:r>
              <a:rPr lang="mk-MK" dirty="0"/>
              <a:t>Исто како и во споредбата со </a:t>
            </a:r>
            <a:r>
              <a:rPr lang="en-US" dirty="0" err="1"/>
              <a:t>Dinic</a:t>
            </a:r>
            <a:r>
              <a:rPr lang="en-US" dirty="0"/>
              <a:t>, Push-Relabel </a:t>
            </a:r>
            <a:r>
              <a:rPr lang="mk-MK" dirty="0"/>
              <a:t>е поефикасен за повеќето графови а особено за густите графови. </a:t>
            </a:r>
            <a:r>
              <a:rPr lang="en-US" dirty="0"/>
              <a:t>Edmonds-Karp </a:t>
            </a:r>
            <a:r>
              <a:rPr lang="mk-MK" dirty="0"/>
              <a:t>се користи најчесто кај ретки грфови, каде што се бара поедноставен и поинтуитивен алгоритам.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90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46B152-D4C2-9A83-6121-3E62A29261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k-MK" dirty="0"/>
              <a:t>Ви благодарам на вниманието!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04871F6-BD22-D4E5-FE11-A2E5579B0C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mk-MK" dirty="0"/>
              <a:t>Андреј Стефановски </a:t>
            </a:r>
            <a:r>
              <a:rPr lang="en-US" dirty="0"/>
              <a:t>IV-1</a:t>
            </a:r>
          </a:p>
        </p:txBody>
      </p:sp>
    </p:spTree>
    <p:extLst>
      <p:ext uri="{BB962C8B-B14F-4D97-AF65-F5344CB8AC3E}">
        <p14:creationId xmlns:p14="http://schemas.microsoft.com/office/powerpoint/2010/main" val="1360625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570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Tw Cen MT</vt:lpstr>
      <vt:lpstr>Circuit</vt:lpstr>
      <vt:lpstr>Push-relabel алгоритам</vt:lpstr>
      <vt:lpstr>Карактеристични функции</vt:lpstr>
      <vt:lpstr>Принцип на работа (1)</vt:lpstr>
      <vt:lpstr>Принцип на работа (2)</vt:lpstr>
      <vt:lpstr>Споредба со dinic</vt:lpstr>
      <vt:lpstr>Споредба со Edmonds-karp</vt:lpstr>
      <vt:lpstr>Ви благодарам на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Andrej Stefanovski</dc:creator>
  <cp:lastModifiedBy>Andrej Stefanovski</cp:lastModifiedBy>
  <cp:revision>3</cp:revision>
  <dcterms:created xsi:type="dcterms:W3CDTF">2025-11-17T20:31:29Z</dcterms:created>
  <dcterms:modified xsi:type="dcterms:W3CDTF">2025-11-18T21:43:49Z</dcterms:modified>
</cp:coreProperties>
</file>